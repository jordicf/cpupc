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15" r:id="rId2"/>
    <p:sldId id="616" r:id="rId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007BC0"/>
    <a:srgbClr val="FF9933"/>
    <a:srgbClr val="00CC99"/>
    <a:srgbClr val="00FF99"/>
    <a:srgbClr val="0000FF"/>
    <a:srgbClr val="FF0000"/>
    <a:srgbClr val="00FF00"/>
    <a:srgbClr val="33CC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2" autoAdjust="0"/>
    <p:restoredTop sz="94676" autoAdjust="0"/>
  </p:normalViewPr>
  <p:slideViewPr>
    <p:cSldViewPr>
      <p:cViewPr varScale="1">
        <p:scale>
          <a:sx n="153" d="100"/>
          <a:sy n="153" d="100"/>
        </p:scale>
        <p:origin x="2400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A9C85-7208-4140-9A1B-482E74B6EC7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0C07-3E7E-4F0E-9FCA-027EE472E1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EAA3D3F-CA47-4B9D-B6BA-678D85410C0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ADACB01-8BF2-4713-B06A-211A8CE39F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620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041775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3276600"/>
            <a:ext cx="8229600" cy="3124200"/>
          </a:xfrm>
        </p:spPr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18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A7F64-03E7-4BEB-A7A7-85134C39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886A6-EB9A-4DD1-9DEA-FF446AD1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70A80-E282-4E08-ADFF-E1AE18DE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9974393-BFC5-4372-9A33-41C9ECB465DF}"/>
              </a:ext>
            </a:extLst>
          </p:cNvPr>
          <p:cNvGrpSpPr/>
          <p:nvPr/>
        </p:nvGrpSpPr>
        <p:grpSpPr>
          <a:xfrm>
            <a:off x="381003" y="2116800"/>
            <a:ext cx="8534397" cy="1600200"/>
            <a:chOff x="381003" y="2057400"/>
            <a:chExt cx="8534397" cy="160020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02ECED5-1543-46E2-B23F-DF8EAD3F5274}"/>
                </a:ext>
              </a:extLst>
            </p:cNvPr>
            <p:cNvSpPr/>
            <p:nvPr/>
          </p:nvSpPr>
          <p:spPr>
            <a:xfrm>
              <a:off x="381003" y="2057400"/>
              <a:ext cx="1245970" cy="158670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14C2EA-50B3-47D3-97EF-F03AF1BDB7FB}"/>
                </a:ext>
              </a:extLst>
            </p:cNvPr>
            <p:cNvSpPr/>
            <p:nvPr/>
          </p:nvSpPr>
          <p:spPr>
            <a:xfrm>
              <a:off x="4758468" y="2057400"/>
              <a:ext cx="4156932" cy="160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35DFD4D-B6C7-4461-89B6-1FEBBC1F971C}"/>
                </a:ext>
              </a:extLst>
            </p:cNvPr>
            <p:cNvSpPr/>
            <p:nvPr/>
          </p:nvSpPr>
          <p:spPr>
            <a:xfrm>
              <a:off x="1616605" y="2057400"/>
              <a:ext cx="3184024" cy="1600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7F12D4F-FA43-4D81-BE21-0DB2A88243A3}"/>
                </a:ext>
              </a:extLst>
            </p:cNvPr>
            <p:cNvGrpSpPr/>
            <p:nvPr/>
          </p:nvGrpSpPr>
          <p:grpSpPr>
            <a:xfrm>
              <a:off x="457203" y="2754638"/>
              <a:ext cx="990600" cy="574936"/>
              <a:chOff x="685800" y="1981200"/>
              <a:chExt cx="990600" cy="574936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5884420-EC23-40F4-95A3-F99F426ABEFD}"/>
                  </a:ext>
                </a:extLst>
              </p:cNvPr>
              <p:cNvSpPr/>
              <p:nvPr/>
            </p:nvSpPr>
            <p:spPr>
              <a:xfrm>
                <a:off x="685800" y="1981200"/>
                <a:ext cx="9906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Point Placement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1BC5ED5-A740-4870-A84D-3FB8D043396E}"/>
                  </a:ext>
                </a:extLst>
              </p:cNvPr>
              <p:cNvSpPr/>
              <p:nvPr/>
            </p:nvSpPr>
            <p:spPr>
              <a:xfrm>
                <a:off x="685800" y="2191011"/>
                <a:ext cx="9906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Quadratic Programming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2C46DD0-2B63-41C6-9579-4F641D4FAA9E}"/>
                </a:ext>
              </a:extLst>
            </p:cNvPr>
            <p:cNvGrpSpPr/>
            <p:nvPr/>
          </p:nvGrpSpPr>
          <p:grpSpPr>
            <a:xfrm>
              <a:off x="1847061" y="2909950"/>
              <a:ext cx="1079279" cy="419624"/>
              <a:chOff x="1892495" y="1939664"/>
              <a:chExt cx="1079279" cy="419624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C7FBC2-3633-41A4-8F28-432EC5084508}"/>
                  </a:ext>
                </a:extLst>
              </p:cNvPr>
              <p:cNvSpPr/>
              <p:nvPr/>
            </p:nvSpPr>
            <p:spPr>
              <a:xfrm>
                <a:off x="1892495" y="1939664"/>
                <a:ext cx="1079279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Contract points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11DC92C-C21D-44F8-84BD-E47532CFE6D0}"/>
                  </a:ext>
                </a:extLst>
              </p:cNvPr>
              <p:cNvSpPr/>
              <p:nvPr/>
            </p:nvSpPr>
            <p:spPr>
              <a:xfrm>
                <a:off x="1892495" y="2146562"/>
                <a:ext cx="1079279" cy="2127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Attractive Forces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6A28471-BC17-431B-BFB7-6B16C56D279D}"/>
                </a:ext>
              </a:extLst>
            </p:cNvPr>
            <p:cNvGrpSpPr/>
            <p:nvPr/>
          </p:nvGrpSpPr>
          <p:grpSpPr>
            <a:xfrm>
              <a:off x="5113978" y="2110374"/>
              <a:ext cx="1676400" cy="577850"/>
              <a:chOff x="5257800" y="1997075"/>
              <a:chExt cx="1676400" cy="57785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9A0B00A-2C35-4D65-B14D-3F517D4625E2}"/>
                  </a:ext>
                </a:extLst>
              </p:cNvPr>
              <p:cNvSpPr/>
              <p:nvPr/>
            </p:nvSpPr>
            <p:spPr>
              <a:xfrm>
                <a:off x="5257800" y="1997075"/>
                <a:ext cx="1676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Convex Legalization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BFE7B6A-420E-4495-B325-11E3263E47F5}"/>
                  </a:ext>
                </a:extLst>
              </p:cNvPr>
              <p:cNvSpPr/>
              <p:nvPr/>
            </p:nvSpPr>
            <p:spPr>
              <a:xfrm>
                <a:off x="5257800" y="2209800"/>
                <a:ext cx="16764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Hor./Vert. Constraint Graph + Geometric Programming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3D8E357-1665-4BF3-AE2E-4B1294FB1CC7}"/>
                </a:ext>
              </a:extLst>
            </p:cNvPr>
            <p:cNvGrpSpPr/>
            <p:nvPr/>
          </p:nvGrpSpPr>
          <p:grpSpPr>
            <a:xfrm>
              <a:off x="7162803" y="2110374"/>
              <a:ext cx="1676400" cy="577850"/>
              <a:chOff x="7315200" y="1999989"/>
              <a:chExt cx="1676400" cy="57785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AD276CF-7A25-4F93-A399-4FE6924934DB}"/>
                  </a:ext>
                </a:extLst>
              </p:cNvPr>
              <p:cNvSpPr/>
              <p:nvPr/>
            </p:nvSpPr>
            <p:spPr>
              <a:xfrm>
                <a:off x="7315200" y="1999989"/>
                <a:ext cx="1676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Non-convex Legalization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43CC0E0-B1CD-426B-8416-DB063370C7D7}"/>
                  </a:ext>
                </a:extLst>
              </p:cNvPr>
              <p:cNvSpPr/>
              <p:nvPr/>
            </p:nvSpPr>
            <p:spPr>
              <a:xfrm>
                <a:off x="7315200" y="2212714"/>
                <a:ext cx="16764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Non-convex optimization + approx. HPWL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2170523-D681-4A42-84B0-278537A23798}"/>
                </a:ext>
              </a:extLst>
            </p:cNvPr>
            <p:cNvCxnSpPr>
              <a:cxnSpLocks/>
              <a:stCxn id="83" idx="3"/>
              <a:endCxn id="81" idx="1"/>
            </p:cNvCxnSpPr>
            <p:nvPr/>
          </p:nvCxnSpPr>
          <p:spPr>
            <a:xfrm>
              <a:off x="1447803" y="2861001"/>
              <a:ext cx="399258" cy="15531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0CA8474-4130-4F2B-B554-B8785EEBD97D}"/>
                </a:ext>
              </a:extLst>
            </p:cNvPr>
            <p:cNvGrpSpPr/>
            <p:nvPr/>
          </p:nvGrpSpPr>
          <p:grpSpPr>
            <a:xfrm>
              <a:off x="1738132" y="2110374"/>
              <a:ext cx="1295401" cy="440324"/>
              <a:chOff x="1904999" y="2988501"/>
              <a:chExt cx="1295401" cy="44032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19F37EC-B196-4A0D-9BF1-D005320D263E}"/>
                  </a:ext>
                </a:extLst>
              </p:cNvPr>
              <p:cNvSpPr/>
              <p:nvPr/>
            </p:nvSpPr>
            <p:spPr>
              <a:xfrm>
                <a:off x="1904999" y="2988501"/>
                <a:ext cx="1295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Swap points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6170BEE-D0EA-49A8-8D95-C65F058C23C1}"/>
                  </a:ext>
                </a:extLst>
              </p:cNvPr>
              <p:cNvSpPr/>
              <p:nvPr/>
            </p:nvSpPr>
            <p:spPr>
              <a:xfrm>
                <a:off x="1905000" y="3200400"/>
                <a:ext cx="1295400" cy="2284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Simulated Annealing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04A68E-FBF2-437B-B6E4-5C5299413D3D}"/>
                </a:ext>
              </a:extLst>
            </p:cNvPr>
            <p:cNvGrpSpPr/>
            <p:nvPr/>
          </p:nvGrpSpPr>
          <p:grpSpPr>
            <a:xfrm>
              <a:off x="3276578" y="2541912"/>
              <a:ext cx="1371600" cy="787662"/>
              <a:chOff x="3352799" y="1997075"/>
              <a:chExt cx="1371600" cy="78766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BF5961E-04BE-465C-A2E0-476861608B44}"/>
                  </a:ext>
                </a:extLst>
              </p:cNvPr>
              <p:cNvSpPr/>
              <p:nvPr/>
            </p:nvSpPr>
            <p:spPr>
              <a:xfrm>
                <a:off x="3352799" y="2572011"/>
                <a:ext cx="1371599" cy="2127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Algorithmic gradients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96BFC9E-7F09-4AA3-AA06-6C7C87C6EF52}"/>
                  </a:ext>
                </a:extLst>
              </p:cNvPr>
              <p:cNvGrpSpPr/>
              <p:nvPr/>
            </p:nvGrpSpPr>
            <p:grpSpPr>
              <a:xfrm>
                <a:off x="3352799" y="1997075"/>
                <a:ext cx="1371600" cy="577850"/>
                <a:chOff x="3352799" y="1997075"/>
                <a:chExt cx="1371600" cy="577850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0A8B8B7-ADB1-47F1-A405-948529DD28C3}"/>
                    </a:ext>
                  </a:extLst>
                </p:cNvPr>
                <p:cNvSpPr/>
                <p:nvPr/>
              </p:nvSpPr>
              <p:spPr>
                <a:xfrm>
                  <a:off x="3352800" y="1997075"/>
                  <a:ext cx="1371598" cy="21272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>
                      <a:solidFill>
                        <a:schemeClr val="tx1"/>
                      </a:solidFill>
                    </a:rPr>
                    <a:t>Reshape Rectangles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 </a:t>
                  </a:r>
                  <a:endParaRPr lang="ca-E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2D9D2943-DC9D-4218-99F4-94D4547D9C06}"/>
                    </a:ext>
                  </a:extLst>
                </p:cNvPr>
                <p:cNvSpPr/>
                <p:nvPr/>
              </p:nvSpPr>
              <p:spPr>
                <a:xfrm>
                  <a:off x="3352799" y="2362200"/>
                  <a:ext cx="1371600" cy="21272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>
                      <a:solidFill>
                        <a:schemeClr val="tx1"/>
                      </a:solidFill>
                    </a:rPr>
                    <a:t>Shift Rectangles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 </a:t>
                  </a:r>
                  <a:endParaRPr lang="ca-ES" sz="11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2B1AF98D-AC66-449E-B5E0-857CDBD8E8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9999" y="2209800"/>
                  <a:ext cx="0" cy="1524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71C1C77D-B352-4B7D-BEEA-8E996D8B4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67199" y="2209800"/>
                  <a:ext cx="0" cy="15240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322C861-333B-44FB-A34F-3C03D4D073F0}"/>
                </a:ext>
              </a:extLst>
            </p:cNvPr>
            <p:cNvCxnSpPr>
              <a:cxnSpLocks/>
              <a:stCxn id="76" idx="2"/>
              <a:endCxn id="81" idx="0"/>
            </p:cNvCxnSpPr>
            <p:nvPr/>
          </p:nvCxnSpPr>
          <p:spPr>
            <a:xfrm>
              <a:off x="2385833" y="2550698"/>
              <a:ext cx="868" cy="35925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2574267-DB29-4FAA-A1C7-34308FA4A6C2}"/>
                </a:ext>
              </a:extLst>
            </p:cNvPr>
            <p:cNvCxnSpPr>
              <a:cxnSpLocks/>
              <a:stCxn id="71" idx="1"/>
            </p:cNvCxnSpPr>
            <p:nvPr/>
          </p:nvCxnSpPr>
          <p:spPr>
            <a:xfrm flipH="1">
              <a:off x="2926340" y="2648275"/>
              <a:ext cx="350239" cy="2528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85C9642-70F2-4AD1-AB94-93B41CB93F70}"/>
                </a:ext>
              </a:extLst>
            </p:cNvPr>
            <p:cNvCxnSpPr>
              <a:cxnSpLocks/>
              <a:stCxn id="81" idx="3"/>
              <a:endCxn id="72" idx="1"/>
            </p:cNvCxnSpPr>
            <p:nvPr/>
          </p:nvCxnSpPr>
          <p:spPr>
            <a:xfrm flipV="1">
              <a:off x="2926340" y="3013400"/>
              <a:ext cx="350238" cy="29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DB7762F8-1363-414A-BA62-2310FB9B10F4}"/>
                </a:ext>
              </a:extLst>
            </p:cNvPr>
            <p:cNvCxnSpPr>
              <a:cxnSpLocks/>
              <a:stCxn id="71" idx="0"/>
              <a:endCxn id="75" idx="3"/>
            </p:cNvCxnSpPr>
            <p:nvPr/>
          </p:nvCxnSpPr>
          <p:spPr>
            <a:xfrm rot="16200000" flipV="1">
              <a:off x="3335368" y="1914902"/>
              <a:ext cx="325175" cy="928846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CF69359-B255-4FF6-867E-7DCF3721F4B4}"/>
                </a:ext>
              </a:extLst>
            </p:cNvPr>
            <p:cNvCxnSpPr>
              <a:cxnSpLocks/>
              <a:stCxn id="71" idx="3"/>
              <a:endCxn id="79" idx="1"/>
            </p:cNvCxnSpPr>
            <p:nvPr/>
          </p:nvCxnSpPr>
          <p:spPr>
            <a:xfrm flipV="1">
              <a:off x="4648177" y="2216737"/>
              <a:ext cx="465801" cy="43153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51F49C2-29E7-40FF-B9BE-78F2B5D007AD}"/>
                </a:ext>
              </a:extLst>
            </p:cNvPr>
            <p:cNvCxnSpPr>
              <a:cxnSpLocks/>
              <a:stCxn id="79" idx="3"/>
              <a:endCxn id="77" idx="1"/>
            </p:cNvCxnSpPr>
            <p:nvPr/>
          </p:nvCxnSpPr>
          <p:spPr>
            <a:xfrm>
              <a:off x="6790378" y="2216737"/>
              <a:ext cx="37242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lowchart: Document 89">
              <a:extLst>
                <a:ext uri="{FF2B5EF4-FFF2-40B4-BE49-F238E27FC236}">
                  <a16:creationId xmlns:a16="http://schemas.microsoft.com/office/drawing/2014/main" id="{CD8C04A0-7E9E-4247-9FD4-6C28A159EAD1}"/>
                </a:ext>
              </a:extLst>
            </p:cNvPr>
            <p:cNvSpPr/>
            <p:nvPr/>
          </p:nvSpPr>
          <p:spPr>
            <a:xfrm>
              <a:off x="457203" y="2099002"/>
              <a:ext cx="990600" cy="442910"/>
            </a:xfrm>
            <a:prstGeom prst="flowChartDocumen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Netlist</a:t>
              </a:r>
              <a:endParaRPr lang="ca-E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83F2FEE-5347-4C3E-8A35-25274D84DB5B}"/>
                </a:ext>
              </a:extLst>
            </p:cNvPr>
            <p:cNvCxnSpPr>
              <a:stCxn id="90" idx="2"/>
              <a:endCxn id="83" idx="0"/>
            </p:cNvCxnSpPr>
            <p:nvPr/>
          </p:nvCxnSpPr>
          <p:spPr>
            <a:xfrm>
              <a:off x="952503" y="2512631"/>
              <a:ext cx="0" cy="2420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Flowchart: Document 92">
              <a:extLst>
                <a:ext uri="{FF2B5EF4-FFF2-40B4-BE49-F238E27FC236}">
                  <a16:creationId xmlns:a16="http://schemas.microsoft.com/office/drawing/2014/main" id="{5B14EBA0-91B3-4AF7-B2A6-370E84AAC6BD}"/>
                </a:ext>
              </a:extLst>
            </p:cNvPr>
            <p:cNvSpPr/>
            <p:nvPr/>
          </p:nvSpPr>
          <p:spPr>
            <a:xfrm>
              <a:off x="7505703" y="2886664"/>
              <a:ext cx="990600" cy="442910"/>
            </a:xfrm>
            <a:prstGeom prst="flowChartDocumen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Floorplan</a:t>
              </a:r>
              <a:endParaRPr lang="ca-E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BF9F0D0-0C7E-49B8-A839-F41265025465}"/>
                </a:ext>
              </a:extLst>
            </p:cNvPr>
            <p:cNvCxnSpPr>
              <a:cxnSpLocks/>
              <a:stCxn id="78" idx="2"/>
              <a:endCxn id="93" idx="0"/>
            </p:cNvCxnSpPr>
            <p:nvPr/>
          </p:nvCxnSpPr>
          <p:spPr>
            <a:xfrm>
              <a:off x="8001003" y="2688224"/>
              <a:ext cx="0" cy="1984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4B22C5F-F5EC-4029-BBD2-82E6A2F6D1DA}"/>
                </a:ext>
              </a:extLst>
            </p:cNvPr>
            <p:cNvSpPr txBox="1"/>
            <p:nvPr/>
          </p:nvSpPr>
          <p:spPr>
            <a:xfrm>
              <a:off x="2343571" y="3349823"/>
              <a:ext cx="16674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Global </a:t>
              </a:r>
              <a:r>
                <a:rPr lang="en-US" sz="1400" b="1" i="1" dirty="0" err="1">
                  <a:latin typeface="Arial Narrow" panose="020B0606020202030204" pitchFamily="34" charset="0"/>
                </a:rPr>
                <a:t>Floorplanning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9AD10D1-A79F-482F-B2BA-063A4FD0AC08}"/>
                </a:ext>
              </a:extLst>
            </p:cNvPr>
            <p:cNvSpPr txBox="1"/>
            <p:nvPr/>
          </p:nvSpPr>
          <p:spPr>
            <a:xfrm>
              <a:off x="5410203" y="2948574"/>
              <a:ext cx="1037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Legalization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86329CA-0748-428D-A186-673B90A85C9D}"/>
                </a:ext>
              </a:extLst>
            </p:cNvPr>
            <p:cNvSpPr txBox="1"/>
            <p:nvPr/>
          </p:nvSpPr>
          <p:spPr>
            <a:xfrm>
              <a:off x="439371" y="3329574"/>
              <a:ext cx="1040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Initialization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32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B10AF-ABAC-469D-B554-663F8D67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E6E55-C7BC-4998-B176-7F121656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81E5C-BB54-42F7-A736-E315B91A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1F58D5-E2E5-4A9E-A209-EF39A7D05CFE}"/>
              </a:ext>
            </a:extLst>
          </p:cNvPr>
          <p:cNvGrpSpPr/>
          <p:nvPr/>
        </p:nvGrpSpPr>
        <p:grpSpPr>
          <a:xfrm>
            <a:off x="2916000" y="1773000"/>
            <a:ext cx="3242203" cy="2016000"/>
            <a:chOff x="1692000" y="1269000"/>
            <a:chExt cx="3242203" cy="2016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0CAB25-8B1F-41E8-8419-68D0D12CEB29}"/>
                </a:ext>
              </a:extLst>
            </p:cNvPr>
            <p:cNvSpPr/>
            <p:nvPr/>
          </p:nvSpPr>
          <p:spPr>
            <a:xfrm>
              <a:off x="1692000" y="1269000"/>
              <a:ext cx="2895600" cy="108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9A4CD4-31E3-4929-9699-C66910CE2FD8}"/>
                </a:ext>
              </a:extLst>
            </p:cNvPr>
            <p:cNvSpPr/>
            <p:nvPr/>
          </p:nvSpPr>
          <p:spPr>
            <a:xfrm>
              <a:off x="3564000" y="1917000"/>
              <a:ext cx="1368000" cy="13680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FBEE76E-2E6E-4A1A-BA52-201ECEDBB3DA}"/>
                </a:ext>
              </a:extLst>
            </p:cNvPr>
            <p:cNvSpPr/>
            <p:nvPr/>
          </p:nvSpPr>
          <p:spPr>
            <a:xfrm>
              <a:off x="3124159" y="1793562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68761A-A4E2-435D-8DD0-BAD816E3FDA0}"/>
                </a:ext>
              </a:extLst>
            </p:cNvPr>
            <p:cNvCxnSpPr>
              <a:stCxn id="5" idx="1"/>
              <a:endCxn id="5" idx="3"/>
            </p:cNvCxnSpPr>
            <p:nvPr/>
          </p:nvCxnSpPr>
          <p:spPr>
            <a:xfrm>
              <a:off x="1692000" y="1809000"/>
              <a:ext cx="28956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DF024AF-AA2F-4C41-B728-9E9490111FA9}"/>
                </a:ext>
              </a:extLst>
            </p:cNvPr>
            <p:cNvCxnSpPr>
              <a:cxnSpLocks/>
              <a:stCxn id="5" idx="2"/>
              <a:endCxn id="5" idx="0"/>
            </p:cNvCxnSpPr>
            <p:nvPr/>
          </p:nvCxnSpPr>
          <p:spPr>
            <a:xfrm flipV="1">
              <a:off x="3139800" y="1269000"/>
              <a:ext cx="0" cy="1080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B5DA554-E024-4056-A1C4-F0A4FD291B0B}"/>
                </a:ext>
              </a:extLst>
            </p:cNvPr>
            <p:cNvCxnSpPr>
              <a:cxnSpLocks/>
              <a:stCxn id="6" idx="1"/>
              <a:endCxn id="6" idx="3"/>
            </p:cNvCxnSpPr>
            <p:nvPr/>
          </p:nvCxnSpPr>
          <p:spPr>
            <a:xfrm>
              <a:off x="3564000" y="2601000"/>
              <a:ext cx="13680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7FAA36B-3A21-4911-A13E-488A56672A03}"/>
                </a:ext>
              </a:extLst>
            </p:cNvPr>
            <p:cNvSpPr/>
            <p:nvPr/>
          </p:nvSpPr>
          <p:spPr>
            <a:xfrm>
              <a:off x="3564000" y="1917000"/>
              <a:ext cx="1023599" cy="431967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46DCE4-A2A5-41F4-854A-DF8B0A53A8A2}"/>
                </a:ext>
              </a:extLst>
            </p:cNvPr>
            <p:cNvCxnSpPr>
              <a:cxnSpLocks/>
              <a:stCxn id="6" idx="2"/>
              <a:endCxn id="6" idx="0"/>
            </p:cNvCxnSpPr>
            <p:nvPr/>
          </p:nvCxnSpPr>
          <p:spPr>
            <a:xfrm flipV="1">
              <a:off x="4248000" y="1917000"/>
              <a:ext cx="0" cy="1368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AFC57C7-A862-40AC-835A-80F839289E0E}"/>
                    </a:ext>
                  </a:extLst>
                </p:cNvPr>
                <p:cNvSpPr txBox="1"/>
                <p:nvPr/>
              </p:nvSpPr>
              <p:spPr>
                <a:xfrm>
                  <a:off x="3060000" y="1518793"/>
                  <a:ext cx="38234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ca-E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AFC57C7-A862-40AC-835A-80F839289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00" y="1518793"/>
                  <a:ext cx="382349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58AB668-98C8-49BB-A453-75BA8A048E16}"/>
                    </a:ext>
                  </a:extLst>
                </p:cNvPr>
                <p:cNvSpPr txBox="1"/>
                <p:nvPr/>
              </p:nvSpPr>
              <p:spPr>
                <a:xfrm>
                  <a:off x="4154560" y="2507367"/>
                  <a:ext cx="38651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ca-E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58AB668-98C8-49BB-A453-75BA8A048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560" y="2507367"/>
                  <a:ext cx="386516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364F6C8-332C-4A04-BA92-D51214E7F449}"/>
                    </a:ext>
                  </a:extLst>
                </p:cNvPr>
                <p:cNvSpPr txBox="1"/>
                <p:nvPr/>
              </p:nvSpPr>
              <p:spPr>
                <a:xfrm>
                  <a:off x="1701271" y="1279252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ca-E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364F6C8-332C-4A04-BA92-D51214E7F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271" y="1279252"/>
                  <a:ext cx="48308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99A1FC4-FA15-4693-BE9B-A787E4CA896E}"/>
                    </a:ext>
                  </a:extLst>
                </p:cNvPr>
                <p:cNvSpPr txBox="1"/>
                <p:nvPr/>
              </p:nvSpPr>
              <p:spPr>
                <a:xfrm>
                  <a:off x="4439648" y="2909407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ca-E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99A1FC4-FA15-4693-BE9B-A787E4CA8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9648" y="2909407"/>
                  <a:ext cx="48840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989E6E7-19E1-4C03-A66C-0EEDC9549016}"/>
                </a:ext>
              </a:extLst>
            </p:cNvPr>
            <p:cNvCxnSpPr>
              <a:cxnSpLocks/>
            </p:cNvCxnSpPr>
            <p:nvPr/>
          </p:nvCxnSpPr>
          <p:spPr>
            <a:xfrm>
              <a:off x="3139778" y="1829562"/>
              <a:ext cx="0" cy="76905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58C79D6-97D4-469D-9B10-0CC572C8E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9800" y="2600997"/>
              <a:ext cx="10925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A69893-42B3-447B-98F6-984EBAADD7B6}"/>
                </a:ext>
              </a:extLst>
            </p:cNvPr>
            <p:cNvSpPr/>
            <p:nvPr/>
          </p:nvSpPr>
          <p:spPr>
            <a:xfrm>
              <a:off x="4232384" y="2580616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F60BC3C-FD6C-487A-9ECE-B57275B9F0BB}"/>
                    </a:ext>
                  </a:extLst>
                </p:cNvPr>
                <p:cNvSpPr txBox="1"/>
                <p:nvPr/>
              </p:nvSpPr>
              <p:spPr>
                <a:xfrm>
                  <a:off x="2811006" y="1981550"/>
                  <a:ext cx="409663" cy="3247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ca-ES" sz="1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F60BC3C-FD6C-487A-9ECE-B57275B9F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1006" y="1981550"/>
                  <a:ext cx="409663" cy="3247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4547EB-1C12-49E3-9B39-812BD8A06069}"/>
                    </a:ext>
                  </a:extLst>
                </p:cNvPr>
                <p:cNvSpPr txBox="1"/>
                <p:nvPr/>
              </p:nvSpPr>
              <p:spPr>
                <a:xfrm>
                  <a:off x="3567327" y="2545567"/>
                  <a:ext cx="4035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ca-ES" sz="1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4547EB-1C12-49E3-9B39-812BD8A06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327" y="2545567"/>
                  <a:ext cx="403572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9E2C8A8-0871-4EAF-8D25-9BF1C5108529}"/>
                </a:ext>
              </a:extLst>
            </p:cNvPr>
            <p:cNvCxnSpPr>
              <a:cxnSpLocks/>
            </p:cNvCxnSpPr>
            <p:nvPr/>
          </p:nvCxnSpPr>
          <p:spPr>
            <a:xfrm>
              <a:off x="4685662" y="1913942"/>
              <a:ext cx="0" cy="43935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662C508-7014-4112-AD37-39AE02D7B75D}"/>
                    </a:ext>
                  </a:extLst>
                </p:cNvPr>
                <p:cNvSpPr txBox="1"/>
                <p:nvPr/>
              </p:nvSpPr>
              <p:spPr>
                <a:xfrm>
                  <a:off x="4603215" y="1987443"/>
                  <a:ext cx="3309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ca-ES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662C508-7014-4112-AD37-39AE02D7B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215" y="1987443"/>
                  <a:ext cx="33098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687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56</Words>
  <Application>Microsoft Office PowerPoint</Application>
  <PresentationFormat>On-screen Show (4:3)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Cambria Math</vt:lpstr>
      <vt:lpstr>Courier New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Jordi</dc:creator>
  <cp:lastModifiedBy>jordi.cortadella</cp:lastModifiedBy>
  <cp:revision>1736</cp:revision>
  <dcterms:created xsi:type="dcterms:W3CDTF">2018-02-06T17:20:32Z</dcterms:created>
  <dcterms:modified xsi:type="dcterms:W3CDTF">2026-01-05T16:48:42Z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